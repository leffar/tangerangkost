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TangerangKost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Platform Direktori &amp; Manajemen Kos Terintegrasi di Tangerang</a:t>
            </a:r>
          </a:p>
          <a:p/>
          <a:p>
            <a:r>
              <a:t>Proyek Kelompok (6 Anggota)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Latar Belakang &amp; Masalah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Pencari Kos: Kesulitan mencari kos valid dan sesuai budget di Tangerang tanpa harus survei langsung.</a:t>
            </a:r>
          </a:p>
          <a:p>
            <a:r>
              <a:t>Pemilik Kos: Kesulitan memasarkan kos, mengelola kamar, dan berkomunikasi dengan penyewa.</a:t>
            </a:r>
          </a:p>
          <a:p>
            <a:r>
              <a:t>Mobilitas: Mayoritas pencari kos mengakses info lewat HP (butuh aplikasi APK).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Solusi: TangerangKost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Membangun platform berbasis Web &amp; Aplikasi Android (APK) dengan sistem multi-peran (User, Owner, Admin).</a:t>
            </a:r>
          </a:p>
          <a:p>
            <a:pPr/>
            <a:r>
              <a:t>Keunggulan Utama:</a:t>
            </a:r>
          </a:p>
          <a:p>
            <a:pPr lvl="1"/>
            <a:r>
              <a:t>Pencarian cerdas berbasis kecamatan se-Kabupaten Tangerang.</a:t>
            </a:r>
          </a:p>
          <a:p>
            <a:pPr lvl="1"/>
            <a:r>
              <a:t>Sistem approval pemilik kos oleh Admin untuk menghindari penipuan.</a:t>
            </a:r>
          </a:p>
          <a:p>
            <a:pPr lvl="1"/>
            <a:r>
              <a:t>Akses sangat cepat tanpa lag berkat optimasi Database Indexing.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Project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Apa yang Dikerjakan: Mengelola siklus proyek, membagi tugas, dan memastikan target mingguan tercapai.</a:t>
            </a:r>
          </a:p>
          <a:p>
            <a:r>
              <a:t>Pengembangan Sistem: Menentukan prioritas fitur (Login -&gt; Cari Kos -&gt; Ulasan). Memastikan sinkronisasi Frontend &amp; Backend.</a:t>
            </a:r>
          </a:p>
          <a:p>
            <a:r>
              <a:t>Masalah &amp; Solusi:</a:t>
            </a:r>
          </a:p>
          <a:p>
            <a:pPr lvl="1"/>
            <a:r>
              <a:t>Masalah: Proses build APK Android memakan waktu dan error di komputer lokal.</a:t>
            </a:r>
          </a:p>
          <a:p>
            <a:pPr lvl="1"/>
            <a:r>
              <a:t>Solusi: Menerapkan sistem GitHub Actions untuk otomatisasi build APK di Cloud.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Systems Analyst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Apa yang Dikerjakan: Menganalisis kebutuhan pengguna, logika bisnis, dan mendesain skema Database (Relasi User, Kos, Kamar).</a:t>
            </a:r>
          </a:p>
          <a:p>
            <a:r>
              <a:t>Pengembangan Sistem: Merancang struktur approval Admin dan algoritma pencarian kecamatan.</a:t>
            </a:r>
          </a:p>
          <a:p>
            <a:r>
              <a:t>Masalah &amp; Solusi:</a:t>
            </a:r>
          </a:p>
          <a:p>
            <a:pPr lvl="1"/>
            <a:r>
              <a:t>Masalah: Saat data bertambah, sistem pencarian kos melambat (lag) di server.</a:t>
            </a:r>
          </a:p>
          <a:p>
            <a:pPr lvl="1"/>
            <a:r>
              <a:t>Solusi: Menganalisis query dan membuat Database Indexing (TiDB), pencarian turun ke milidetik.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UI/UX Designer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Apa yang Dikerjakan: Membuat desain UI/UX, menentukan palet warna (Biru), dan tata letak Dashboard.</a:t>
            </a:r>
          </a:p>
          <a:p>
            <a:r>
              <a:t>Pengembangan Sistem: Menerapkan desain responsif untuk Laptop &amp; HP. Merapikan desain font gradasi menjadi solid profesional.</a:t>
            </a:r>
          </a:p>
          <a:p>
            <a:r>
              <a:t>Masalah &amp; Solusi:</a:t>
            </a:r>
          </a:p>
          <a:p>
            <a:pPr lvl="1"/>
            <a:r>
              <a:t>Masalah: Pengguna lupa kos mana yang sudah mereka lihat dan sukai.</a:t>
            </a:r>
          </a:p>
          <a:p>
            <a:pPr lvl="1"/>
            <a:r>
              <a:t>Solusi: Merancang fitur 'Simpan Kos' (Ikon Hati) dan menu Sidebar 'Kos Tersimpan'.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Programmer (Frontend)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Apa yang Dikerjakan: Koding Next.js (React) dan Tailwind CSS untuk antarmuka interaktif.</a:t>
            </a:r>
          </a:p>
          <a:p>
            <a:r>
              <a:t>Pengembangan Sistem: Membangun pencarian real-time, rating dinamis, dan membungkus web menjadi APK dengan Capacitor.</a:t>
            </a:r>
          </a:p>
          <a:p>
            <a:r>
              <a:t>Masalah &amp; Solusi:</a:t>
            </a:r>
          </a:p>
          <a:p>
            <a:pPr lvl="1"/>
            <a:r>
              <a:t>Masalah: Server GitHub gagal build APK (error path Node Modules &amp; CRLF Windows).</a:t>
            </a:r>
          </a:p>
          <a:p>
            <a:pPr lvl="1"/>
            <a:r>
              <a:t>Solusi: Mengubah skrip build-apk.yml dengan pnpm exec dan inject skrip sed.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Programmer (Backend)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Apa yang Dikerjakan: Membangun logika otak aplikasi dengan NestJS dan TiDB (Prisma ORM).</a:t>
            </a:r>
          </a:p>
          <a:p>
            <a:r>
              <a:t>Pengembangan Sistem: Membangun REST API untuk Autentikasi (Bcrypt/JWT), upload gambar, dan CRUD data kos.</a:t>
            </a:r>
          </a:p>
          <a:p>
            <a:r>
              <a:t>Masalah &amp; Solusi:</a:t>
            </a:r>
          </a:p>
          <a:p>
            <a:pPr lvl="1"/>
            <a:r>
              <a:t>Masalah: Gambar dari ImgBB diblokir oleh Internet Positif (Telkomsel/XL) di HP.</a:t>
            </a:r>
          </a:p>
          <a:p>
            <a:pPr lvl="1"/>
            <a:r>
              <a:t>Solusi: Mengembangkan Image Proxy Edge Route untuk bypass sistem blokir secara rahasia via server Vercel.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Quality Assurance (Testing)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Apa yang Dikerjakan: Menguji aplikasi sebagai Admin, Owner, dan User untuk mencari bug.</a:t>
            </a:r>
          </a:p>
          <a:p>
            <a:r>
              <a:t>Pengembangan Sistem: Menguji instalasi file APK di HP Android asli dan melakukan stress-test loading halaman.</a:t>
            </a:r>
          </a:p>
          <a:p>
            <a:r>
              <a:t>Masalah &amp; Solusi:</a:t>
            </a:r>
          </a:p>
          <a:p>
            <a:pPr lvl="1"/>
            <a:r>
              <a:t>Masalah: User tersesat di halaman profil karena tidak ada tombol kembali ke Dashboard, serta bug gambar error di paket data.</a:t>
            </a:r>
          </a:p>
          <a:p>
            <a:pPr lvl="1"/>
            <a:r>
              <a:t>Solusi: Melaporkan temuan tersebut sehingga ditambahkan tombol 'Kembali ke Dashboard' dan memicu pembuatan Proxy.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Kesimpulan &amp; Selesai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/>
            <a:r>
              <a:t>TangerangKost berhasil dibangun berkat sinergi pembagian tugas 6 anggota yang terstruktur, menyelesaikan masalah dunia nyata secara efektif.</a:t>
            </a:r>
            <a:br/>
            <a:br/>
            <a:r>
              <a:t>Terima Kasih.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